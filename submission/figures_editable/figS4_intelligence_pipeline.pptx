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530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737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Fig. S4. The six-step S&amp;T intelligence-extraction pipeline (§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737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55555"/>
                </a:solidFill>
                <a:latin typeface="Arial"/>
              </a:rPr>
              <a:t>Administrative rice-variety approval announcements → analysis-ready record-level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05840"/>
            <a:ext cx="11430000" cy="402335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66AC"/>
                </a:solidFill>
                <a:latin typeface="Arial"/>
              </a:rPr>
              <a:t>Reproducing the corpus (steps i–iv)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15215" y="1005840"/>
            <a:ext cx="2843784" cy="4023359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15215" y="6217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95F02"/>
                </a:solidFill>
                <a:latin typeface="Arial"/>
              </a:rPr>
              <a:t>Judging field trustworthiness (v)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77288" y="1005840"/>
            <a:ext cx="2843784" cy="4023359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77288" y="6217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9E77"/>
                </a:solidFill>
                <a:latin typeface="Arial"/>
              </a:rPr>
              <a:t>Building analysis-ready indicators (vi)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0128" y="2967228"/>
            <a:ext cx="219456" cy="146304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172200" y="2967228"/>
            <a:ext cx="219456" cy="146304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034272" y="2967228"/>
            <a:ext cx="219456" cy="146304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1896344" y="2967228"/>
            <a:ext cx="219456" cy="146304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14758416" y="2967228"/>
            <a:ext cx="219456" cy="146304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37360" y="1581912"/>
            <a:ext cx="502920" cy="502920"/>
          </a:xfrm>
          <a:prstGeom prst="ellipse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Intelligence-source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identification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Approval announcements recognised as a high-density innovation corpus; the trial-channel statement identified as an extractable field.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§ 3.1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99431" y="1581912"/>
            <a:ext cx="502920" cy="502920"/>
          </a:xfrm>
          <a:prstGeom prst="ellipse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Corpus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Two-step provenance: public third-party compilation (he-zhui/Rice_QA, GitHub), re-parsed by the authors with original regular-expression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6,734 records · 1999–2025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9944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61504" y="1581912"/>
            <a:ext cx="502920" cy="502920"/>
          </a:xfrm>
          <a:prstGeom prst="ellipse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Field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Regex rule set converts announcement prose into typed fields: channel, trial group, named check, approval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3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100% of national records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(2018 channel label: 233/234 gap)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2016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3576" y="1581912"/>
            <a:ext cx="502920" cy="502920"/>
          </a:xfrm>
          <a:prstGeom prst="ellipse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Entity recognition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&amp; disambiguation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Free-text variety-source field resolved into the originating cross's sterile (female) × restorer (male) parental 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96.6% resolved (2,304 / 2,386)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166AC"/>
                </a:solidFill>
                <a:latin typeface="Arial"/>
              </a:rPr>
              <a:t>99.7–100% coverage by channel×arm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34088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5F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185648" y="1581912"/>
            <a:ext cx="502920" cy="502920"/>
          </a:xfrm>
          <a:prstGeom prst="ellipse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07240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Field-coverage &amp;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data-quality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80392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Per-field parse rates, missingness and structural gaps judged field by field — not as one corpus-wide statement.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25528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5F02"/>
                </a:solidFill>
                <a:latin typeface="Arial"/>
              </a:rPr>
              <a:t>motivates Manski bounds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5F02"/>
                </a:solidFill>
                <a:latin typeface="Arial"/>
              </a:rPr>
              <a:t>on 3 outcomes (§ 6, R7)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996159" y="141732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047720" y="1581912"/>
            <a:ext cx="502920" cy="502920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69311" y="2167128"/>
            <a:ext cx="2459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Indicator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construction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42463" y="2834640"/>
            <a:ext cx="231343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Parsed fields assembled into analysis variables, each labelled by measuring party (third-party assayed vs. applicant self-reported), across arms.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0" y="4096511"/>
            <a:ext cx="242316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B9E77"/>
                </a:solidFill>
                <a:latin typeface="Arial"/>
              </a:rPr>
              <a:t>17 outcomes × 2 arms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B9E77"/>
                </a:solidFill>
                <a:latin typeface="Arial"/>
              </a:rPr>
              <a:t>(Arm 1 / Arm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19472"/>
            <a:ext cx="1737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rial"/>
              </a:rPr>
              <a:t>Steps i–iv are what reproducing the corpus needs; step v is what judging any field's trustworthiness needs; step vi assembles the fields judged trustworthy into the paper's analysis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